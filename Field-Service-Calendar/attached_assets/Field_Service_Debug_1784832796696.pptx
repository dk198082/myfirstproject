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4" d="100"/>
          <a:sy n="74" d="100"/>
        </p:scale>
        <p:origin x="98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2990-E3DC-F677-295C-01904187E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E4CCC-B74A-4347-8445-E8096E1A3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19CA4-8226-F0D4-8A53-CC048B6E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77D62-6CD6-4BBF-AC3B-FA136D76582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AFC20-6534-566C-6BD6-C572814E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02485-F3B1-C6EC-CE59-A8EC4910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146E-996C-4C2A-9A8B-0C0B23C9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55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3A989-3D40-61F2-A3F6-D03DDC24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DD2FF-08BC-87FA-AA29-C17D2A3FD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49761-0016-CF6E-30C0-DA41A776B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77D62-6CD6-4BBF-AC3B-FA136D76582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4A99C-251E-68C5-ACD8-1BD0C1FBC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CB68A-14DC-83FE-54FD-2C6A38E81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146E-996C-4C2A-9A8B-0C0B23C9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78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60ED-85B8-FA92-8061-693A3AC6F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15CE7-7DAC-10E6-911D-78FBB19D6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F91E5-09CC-FE4C-A43D-1AB3B807B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77D62-6CD6-4BBF-AC3B-FA136D76582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532E6-9366-F3E1-A69F-1C7226AB5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8129B-22F1-4FCF-3C58-412301D15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146E-996C-4C2A-9A8B-0C0B23C9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8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27678-C2CC-5CE9-213F-40BC32DF6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68D8E-C9E3-ED7F-3E56-D9D299294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EBE18-1BE0-AEDE-900E-9ED156AE5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211A4-338A-F8D3-7A28-4C53CD2AD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77D62-6CD6-4BBF-AC3B-FA136D76582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0A478-56B9-BEB8-9A47-3FAABFB9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511C4-18F7-412C-97D8-E934424A6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146E-996C-4C2A-9A8B-0C0B23C9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23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58D70-4EBE-E7A8-2770-39751C0B5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E4B93-125A-9EB1-A744-C601022B1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29882-9FB1-85E0-7DA9-35EFFD3D0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570EF7-203F-ADCF-FEAB-90C5CCB37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6E7A88-42C4-FFCD-F28A-947834E414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F62D3-6DA8-6EF8-ECA0-9C675889B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77D62-6CD6-4BBF-AC3B-FA136D76582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2E7FB1-7990-64CD-ACD6-AB2606FB2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FA660-5A22-A36A-9555-538C3D69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146E-996C-4C2A-9A8B-0C0B23C9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7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CEB84-2203-8285-2E9D-92FD981A3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CFBEDC-B6AB-A847-5B61-DCA1DE07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77D62-6CD6-4BBF-AC3B-FA136D76582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D82F1-A16B-DF7D-BFB4-97C33F014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AE7AB-E3D2-9103-5370-B398D7E6F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146E-996C-4C2A-9A8B-0C0B23C9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23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0FE51A-74F2-6C1E-F14C-1E89CC2CE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77D62-6CD6-4BBF-AC3B-FA136D76582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3F2E5A-B0A7-0011-6EDA-00FA3B2DF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AF68F-34DF-9517-0A33-CBAED23C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146E-996C-4C2A-9A8B-0C0B23C9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8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0C45F-43E9-88B7-ED48-BE4A9FC71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3E649-DDD0-C299-F28C-145F7E91E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03298-D46E-A306-2929-F68267B7A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285FD-9D96-9A56-66AF-CF6C29A6E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77D62-6CD6-4BBF-AC3B-FA136D76582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4DAB6-481A-0EB2-3211-BD3F86BD7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0BC99-175A-D703-8A2D-3DE153AE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146E-996C-4C2A-9A8B-0C0B23C9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2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A21D9-2515-AD2D-E96D-EBFAEEBC0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FC50B7-2F68-6A3B-AAF8-72F77755E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091D1-10F2-66C8-64E9-825619588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7E6A1-CA1D-C4C0-6459-EE9A4DA6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77D62-6CD6-4BBF-AC3B-FA136D76582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7F786-AEC8-47B5-18E4-0FCA771C9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5272-C14E-BD96-E17C-3C66327D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146E-996C-4C2A-9A8B-0C0B23C9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51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1A48E-0AF2-7A50-C428-68AC34422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9909B-A64A-12BC-6B46-ED38D8F80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B7C73-B58A-7E80-7D74-580B538B6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77D62-6CD6-4BBF-AC3B-FA136D76582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F9398-861E-9818-2E67-5E19B2E53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6389E-7952-BC0A-ECBC-A17CD1EF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146E-996C-4C2A-9A8B-0C0B23C9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049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927CEF-EC69-5B6C-2BCC-6EB1EF7E6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C43C0-6DE1-BB47-5F19-423EAE05E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E5423-D3E9-500D-59B0-21404DC4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77D62-6CD6-4BBF-AC3B-FA136D76582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5A496-DAC1-83BC-401D-0A3987B91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EAD65-AB36-2B23-7709-978D0C45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146E-996C-4C2A-9A8B-0C0B23C9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05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382CC3-A8E7-0FDE-7DC1-93592F2AD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0C29B-270B-F7C8-D929-7A9EE30FA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FBCAC-DD34-F15A-1F3F-7497AA5E3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77D62-6CD6-4BBF-AC3B-FA136D76582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358E7-6890-5CAD-C3A4-9E70BE152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CCCB0-5CFE-909C-C38F-D957FA391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7B146E-996C-4C2A-9A8B-0C0B23C9D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0E7010-FFFD-ACFF-69A5-7C806C66E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2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761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Millane, Michael</dc:creator>
  <cp:lastModifiedBy>Millane, Michael</cp:lastModifiedBy>
  <cp:revision>1</cp:revision>
  <dcterms:created xsi:type="dcterms:W3CDTF">2026-07-23T18:50:40Z</dcterms:created>
  <dcterms:modified xsi:type="dcterms:W3CDTF">2026-07-23T18:52:44Z</dcterms:modified>
</cp:coreProperties>
</file>